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87" r:id="rId5"/>
  </p:sldMasterIdLst>
  <p:notesMasterIdLst>
    <p:notesMasterId r:id="rId6"/>
  </p:notesMasterIdLst>
  <p:sldIdLst>
    <p:sldId id="256" r:id="rId7"/>
    <p:sldId id="257" r:id="rId8"/>
  </p:sldIdLst>
  <p:sldSz cy="5143500" cx="9144000"/>
  <p:notesSz cx="6858000" cy="9144000"/>
  <p:embeddedFontLst>
    <p:embeddedFont>
      <p:font typeface="DM Sans Medium"/>
      <p:regular r:id="rId9"/>
      <p:bold r:id="rId10"/>
      <p:italic r:id="rId11"/>
      <p:boldItalic r:id="rId12"/>
    </p:embeddedFont>
    <p:embeddedFont>
      <p:font typeface="Libre Franklin"/>
      <p:regular r:id="rId13"/>
      <p:bold r:id="rId14"/>
      <p:italic r:id="rId15"/>
      <p:boldItalic r:id="rId16"/>
    </p:embeddedFont>
    <p:embeddedFont>
      <p:font typeface="Libre Franklin Medium"/>
      <p:regular r:id="rId17"/>
      <p:bold r:id="rId18"/>
      <p:italic r:id="rId19"/>
      <p:boldItalic r:id="rId20"/>
    </p:embeddedFont>
    <p:embeddedFont>
      <p:font typeface="DM Sans"/>
      <p:regular r:id="rId21"/>
      <p:bold r:id="rId22"/>
      <p:italic r:id="rId23"/>
      <p:boldItalic r:id="rId2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70DC812-CC40-4617-88DF-4B8D3C7F15CF}">
  <a:tblStyle styleId="{270DC812-CC40-4617-88DF-4B8D3C7F15C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font" Target="fonts/DMSansMedium-regular.fntdata"/><Relationship Id="rId10" Type="http://schemas.openxmlformats.org/officeDocument/2006/relationships/font" Target="fonts/DMSansMedium-bold.fntdata"/><Relationship Id="rId11" Type="http://schemas.openxmlformats.org/officeDocument/2006/relationships/font" Target="fonts/DMSansMedium-italic.fntdata"/><Relationship Id="rId12" Type="http://schemas.openxmlformats.org/officeDocument/2006/relationships/font" Target="fonts/DMSansMedium-boldItalic.fntdata"/><Relationship Id="rId13" Type="http://schemas.openxmlformats.org/officeDocument/2006/relationships/font" Target="fonts/LibreFranklin-regular.fntdata"/><Relationship Id="rId14" Type="http://schemas.openxmlformats.org/officeDocument/2006/relationships/font" Target="fonts/LibreFranklin-bold.fntdata"/><Relationship Id="rId15" Type="http://schemas.openxmlformats.org/officeDocument/2006/relationships/font" Target="fonts/LibreFranklin-italic.fntdata"/><Relationship Id="rId16" Type="http://schemas.openxmlformats.org/officeDocument/2006/relationships/font" Target="fonts/LibreFranklin-boldItalic.fntdata"/><Relationship Id="rId17" Type="http://schemas.openxmlformats.org/officeDocument/2006/relationships/font" Target="fonts/LibreFranklinMedium-regular.fntdata"/><Relationship Id="rId18" Type="http://schemas.openxmlformats.org/officeDocument/2006/relationships/font" Target="fonts/LibreFranklinMedium-bold.fntdata"/><Relationship Id="rId19" Type="http://schemas.openxmlformats.org/officeDocument/2006/relationships/font" Target="fonts/LibreFranklinMedium-italic.fntdata"/><Relationship Id="rId20" Type="http://schemas.openxmlformats.org/officeDocument/2006/relationships/font" Target="fonts/LibreFranklinMedium-boldItalic.fntdata"/><Relationship Id="rId21" Type="http://schemas.openxmlformats.org/officeDocument/2006/relationships/font" Target="fonts/DMSans-regular.fntdata"/><Relationship Id="rId22" Type="http://schemas.openxmlformats.org/officeDocument/2006/relationships/font" Target="fonts/DMSans-bold.fntdata"/><Relationship Id="rId23" Type="http://schemas.openxmlformats.org/officeDocument/2006/relationships/font" Target="fonts/DMSans-italic.fntdata"/><Relationship Id="rId24" Type="http://schemas.openxmlformats.org/officeDocument/2006/relationships/font" Target="fonts/DMSans-boldItalic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eed2accc80_1_6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g3eed2accc80_1_62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ed2accc80_1_6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g3eed2accc80_1_636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CUSTOM_9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51;p13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>
  <p:cSld name="TITLE_AND_BODY_1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14"/>
          <p:cNvSpPr txBox="1"/>
          <p:nvPr>
            <p:ph type="title"/>
          </p:nvPr>
        </p:nvSpPr>
        <p:spPr>
          <a:xfrm>
            <a:off x="1367000" y="953975"/>
            <a:ext cx="5487300" cy="254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DM Sans"/>
              <a:buNone/>
              <a:defRPr sz="48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54" name="Google Shape;54;p14"/>
          <p:cNvSpPr txBox="1"/>
          <p:nvPr/>
        </p:nvSpPr>
        <p:spPr>
          <a:xfrm>
            <a:off x="7822925" y="137142"/>
            <a:ext cx="1138200" cy="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6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sz="6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5" name="Google Shape;55;p14"/>
          <p:cNvSpPr txBox="1"/>
          <p:nvPr/>
        </p:nvSpPr>
        <p:spPr>
          <a:xfrm>
            <a:off x="1496100" y="137150"/>
            <a:ext cx="1138200" cy="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Master Slide Template</a:t>
            </a:r>
            <a:endParaRPr sz="600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56" name="Google Shape;56;p14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Blank"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15"/>
          <p:cNvSpPr txBox="1"/>
          <p:nvPr/>
        </p:nvSpPr>
        <p:spPr>
          <a:xfrm>
            <a:off x="1389950" y="579661"/>
            <a:ext cx="6001800" cy="50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" sz="6000">
                <a:solidFill>
                  <a:srgbClr val="FF3300"/>
                </a:solidFill>
                <a:latin typeface="DM Sans"/>
                <a:ea typeface="DM Sans"/>
                <a:cs typeface="DM Sans"/>
                <a:sym typeface="DM Sans"/>
              </a:rPr>
              <a:t>“</a:t>
            </a:r>
            <a:endParaRPr sz="6000">
              <a:solidFill>
                <a:srgbClr val="FF33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59" name="Google Shape;59;p15"/>
          <p:cNvSpPr txBox="1"/>
          <p:nvPr>
            <p:ph type="title"/>
          </p:nvPr>
        </p:nvSpPr>
        <p:spPr>
          <a:xfrm>
            <a:off x="1389950" y="1096325"/>
            <a:ext cx="6001800" cy="210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60" name="Google Shape;60;p15"/>
          <p:cNvSpPr txBox="1"/>
          <p:nvPr>
            <p:ph idx="2" type="title"/>
          </p:nvPr>
        </p:nvSpPr>
        <p:spPr>
          <a:xfrm>
            <a:off x="1389950" y="3334975"/>
            <a:ext cx="6001800" cy="508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rgbClr val="B7B7B7"/>
              </a:buClr>
              <a:buSzPts val="2800"/>
              <a:buFont typeface="DM Sans"/>
              <a:buNone/>
              <a:defRPr>
                <a:solidFill>
                  <a:srgbClr val="B7B7B7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61" name="Google Shape;61;p15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1 + Body">
  <p:cSld name="TITLE_AND_TWO_COLUMNS_1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6"/>
          <p:cNvSpPr txBox="1"/>
          <p:nvPr>
            <p:ph type="title"/>
          </p:nvPr>
        </p:nvSpPr>
        <p:spPr>
          <a:xfrm>
            <a:off x="1367000" y="953975"/>
            <a:ext cx="5934600" cy="98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64" name="Google Shape;64;p16"/>
          <p:cNvSpPr txBox="1"/>
          <p:nvPr>
            <p:ph idx="1" type="body"/>
          </p:nvPr>
        </p:nvSpPr>
        <p:spPr>
          <a:xfrm>
            <a:off x="1389950" y="1940775"/>
            <a:ext cx="5251800" cy="202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>
              <a:spcBef>
                <a:spcPts val="0"/>
              </a:spcBef>
              <a:spcAft>
                <a:spcPts val="0"/>
              </a:spcAft>
              <a:buSzPts val="18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65" name="Google Shape;65;p16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2 + Body">
  <p:cSld name="TITLE_ONLY_1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7"/>
          <p:cNvSpPr txBox="1"/>
          <p:nvPr>
            <p:ph type="title"/>
          </p:nvPr>
        </p:nvSpPr>
        <p:spPr>
          <a:xfrm>
            <a:off x="1389950" y="1014275"/>
            <a:ext cx="5427900" cy="60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68" name="Google Shape;68;p17"/>
          <p:cNvSpPr txBox="1"/>
          <p:nvPr>
            <p:ph idx="1" type="body"/>
          </p:nvPr>
        </p:nvSpPr>
        <p:spPr>
          <a:xfrm>
            <a:off x="1389950" y="1622375"/>
            <a:ext cx="5236800" cy="248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69" name="Google Shape;69;p17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Body Only">
  <p:cSld name="BLANK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8"/>
          <p:cNvSpPr txBox="1"/>
          <p:nvPr>
            <p:ph type="title"/>
          </p:nvPr>
        </p:nvSpPr>
        <p:spPr>
          <a:xfrm>
            <a:off x="1389950" y="976365"/>
            <a:ext cx="6031200" cy="26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72" name="Google Shape;72;p18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Column - Headline + Image + Body">
  <p:cSld name="CUSTOM_3">
    <p:spTree>
      <p:nvGrpSpPr>
        <p:cNvPr id="73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19"/>
          <p:cNvSpPr/>
          <p:nvPr/>
        </p:nvSpPr>
        <p:spPr>
          <a:xfrm>
            <a:off x="1486675" y="1343775"/>
            <a:ext cx="2957100" cy="3799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Add Image/Video/Graph</a:t>
            </a:r>
            <a:endParaRPr sz="700"/>
          </a:p>
        </p:txBody>
      </p:sp>
      <p:cxnSp>
        <p:nvCxnSpPr>
          <p:cNvPr id="75" name="Google Shape;75;p19"/>
          <p:cNvCxnSpPr/>
          <p:nvPr/>
        </p:nvCxnSpPr>
        <p:spPr>
          <a:xfrm>
            <a:off x="7646362" y="1343775"/>
            <a:ext cx="12921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76" name="Google Shape;76;p19"/>
          <p:cNvCxnSpPr/>
          <p:nvPr/>
        </p:nvCxnSpPr>
        <p:spPr>
          <a:xfrm>
            <a:off x="221300" y="1343773"/>
            <a:ext cx="1141200" cy="0"/>
          </a:xfrm>
          <a:prstGeom prst="straightConnector1">
            <a:avLst/>
          </a:prstGeom>
          <a:noFill/>
          <a:ln cap="flat" cmpd="sng" w="9525">
            <a:solidFill>
              <a:srgbClr val="CCCCCC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77" name="Google Shape;77;p19"/>
          <p:cNvSpPr/>
          <p:nvPr/>
        </p:nvSpPr>
        <p:spPr>
          <a:xfrm>
            <a:off x="4585658" y="1343775"/>
            <a:ext cx="2957100" cy="37998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700"/>
              <a:t>Add Image/Video/Graph</a:t>
            </a:r>
            <a:endParaRPr sz="700"/>
          </a:p>
        </p:txBody>
      </p:sp>
      <p:sp>
        <p:nvSpPr>
          <p:cNvPr id="78" name="Google Shape;78;p19"/>
          <p:cNvSpPr txBox="1"/>
          <p:nvPr>
            <p:ph type="title"/>
          </p:nvPr>
        </p:nvSpPr>
        <p:spPr>
          <a:xfrm>
            <a:off x="1390100" y="435025"/>
            <a:ext cx="6303600" cy="42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79" name="Google Shape;79;p19"/>
          <p:cNvSpPr txBox="1"/>
          <p:nvPr>
            <p:ph idx="1" type="subTitle"/>
          </p:nvPr>
        </p:nvSpPr>
        <p:spPr>
          <a:xfrm>
            <a:off x="1389950" y="855025"/>
            <a:ext cx="6303600" cy="29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None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0" name="Google Shape;80;p19"/>
          <p:cNvSpPr txBox="1"/>
          <p:nvPr>
            <p:ph idx="2" type="body"/>
          </p:nvPr>
        </p:nvSpPr>
        <p:spPr>
          <a:xfrm>
            <a:off x="140550" y="1391400"/>
            <a:ext cx="1315500" cy="22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6225" lvl="0" marL="457200" rtl="0">
              <a:spcBef>
                <a:spcPts val="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1pPr>
            <a:lvl2pPr indent="-276225" lvl="1" marL="9144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2pPr>
            <a:lvl3pPr indent="-276225" lvl="2" marL="13716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3pPr>
            <a:lvl4pPr indent="-276225" lvl="3" marL="18288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4pPr>
            <a:lvl5pPr indent="-276225" lvl="4" marL="22860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5pPr>
            <a:lvl6pPr indent="-276225" lvl="5" marL="27432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6pPr>
            <a:lvl7pPr indent="-276225" lvl="6" marL="32004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7pPr>
            <a:lvl8pPr indent="-276225" lvl="7" marL="36576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8pPr>
            <a:lvl9pPr indent="-276225" lvl="8" marL="4114800" rtl="0">
              <a:spcBef>
                <a:spcPts val="300"/>
              </a:spcBef>
              <a:spcAft>
                <a:spcPts val="30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1" name="Google Shape;81;p19"/>
          <p:cNvSpPr txBox="1"/>
          <p:nvPr>
            <p:ph idx="3" type="body"/>
          </p:nvPr>
        </p:nvSpPr>
        <p:spPr>
          <a:xfrm>
            <a:off x="7570175" y="1391400"/>
            <a:ext cx="1444500" cy="2263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276225" lvl="0" marL="457200" rtl="0">
              <a:spcBef>
                <a:spcPts val="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1pPr>
            <a:lvl2pPr indent="-276225" lvl="1" marL="9144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2pPr>
            <a:lvl3pPr indent="-276225" lvl="2" marL="13716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3pPr>
            <a:lvl4pPr indent="-276225" lvl="3" marL="18288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4pPr>
            <a:lvl5pPr indent="-276225" lvl="4" marL="22860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5pPr>
            <a:lvl6pPr indent="-276225" lvl="5" marL="27432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6pPr>
            <a:lvl7pPr indent="-276225" lvl="6" marL="32004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7pPr>
            <a:lvl8pPr indent="-276225" lvl="7" marL="3657600" rtl="0">
              <a:spcBef>
                <a:spcPts val="300"/>
              </a:spcBef>
              <a:spcAft>
                <a:spcPts val="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8pPr>
            <a:lvl9pPr indent="-276225" lvl="8" marL="4114800" rtl="0">
              <a:spcBef>
                <a:spcPts val="300"/>
              </a:spcBef>
              <a:spcAft>
                <a:spcPts val="300"/>
              </a:spcAft>
              <a:buSzPts val="750"/>
              <a:buFont typeface="DM Sans"/>
              <a:buChar char="–"/>
              <a:defRPr sz="75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82" name="Google Shape;82;p19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 2">
  <p:cSld name="CUSTOM_9_1"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20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8320850" y="4939075"/>
            <a:ext cx="602325" cy="669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20"/>
          <p:cNvSpPr txBox="1"/>
          <p:nvPr>
            <p:ph type="title"/>
          </p:nvPr>
        </p:nvSpPr>
        <p:spPr>
          <a:xfrm>
            <a:off x="628100" y="282625"/>
            <a:ext cx="6303600" cy="49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6" name="Google Shape;86;p20"/>
          <p:cNvSpPr txBox="1"/>
          <p:nvPr>
            <p:ph idx="1" type="subTitle"/>
          </p:nvPr>
        </p:nvSpPr>
        <p:spPr>
          <a:xfrm>
            <a:off x="780350" y="778825"/>
            <a:ext cx="6303600" cy="29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18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Font typeface="DM Sans"/>
              <a:buNone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87" name="Google Shape;87;p20"/>
          <p:cNvSpPr txBox="1"/>
          <p:nvPr>
            <p:ph idx="2" type="body"/>
          </p:nvPr>
        </p:nvSpPr>
        <p:spPr>
          <a:xfrm>
            <a:off x="628100" y="1152475"/>
            <a:ext cx="6455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1150" lvl="0" marL="4572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1pPr>
            <a:lvl2pPr indent="-311150" lvl="1" marL="9144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2pPr>
            <a:lvl3pPr indent="-311150" lvl="2" marL="13716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3pPr>
            <a:lvl4pPr indent="-311150" lvl="3" marL="18288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4pPr>
            <a:lvl5pPr indent="-311150" lvl="4" marL="22860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5pPr>
            <a:lvl6pPr indent="-311150" lvl="5" marL="27432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6pPr>
            <a:lvl7pPr indent="-311150" lvl="6" marL="3200400">
              <a:spcBef>
                <a:spcPts val="0"/>
              </a:spcBef>
              <a:spcAft>
                <a:spcPts val="0"/>
              </a:spcAft>
              <a:buSzPts val="1300"/>
              <a:buChar char="●"/>
              <a:defRPr sz="1300"/>
            </a:lvl7pPr>
            <a:lvl8pPr indent="-311150" lvl="7" marL="3657600">
              <a:spcBef>
                <a:spcPts val="0"/>
              </a:spcBef>
              <a:spcAft>
                <a:spcPts val="0"/>
              </a:spcAft>
              <a:buSzPts val="1300"/>
              <a:buChar char="○"/>
              <a:defRPr sz="1300"/>
            </a:lvl8pPr>
            <a:lvl9pPr indent="-311150" lvl="8" marL="4114800">
              <a:spcBef>
                <a:spcPts val="0"/>
              </a:spcBef>
              <a:spcAft>
                <a:spcPts val="0"/>
              </a:spcAft>
              <a:buSzPts val="1300"/>
              <a:buChar char="■"/>
              <a:defRPr sz="1300"/>
            </a:lvl9pPr>
          </a:lstStyle>
          <a:p/>
        </p:txBody>
      </p:sp>
      <p:sp>
        <p:nvSpPr>
          <p:cNvPr id="88" name="Google Shape;88;p20"/>
          <p:cNvSpPr txBox="1"/>
          <p:nvPr/>
        </p:nvSpPr>
        <p:spPr>
          <a:xfrm>
            <a:off x="89975" y="4815475"/>
            <a:ext cx="2663400" cy="290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CC4125"/>
                </a:solidFill>
                <a:latin typeface="DM Sans"/>
                <a:ea typeface="DM Sans"/>
                <a:cs typeface="DM Sans"/>
                <a:sym typeface="DM Sans"/>
              </a:rPr>
              <a:t>Lightmatter Proprietary &amp; Confidential</a:t>
            </a:r>
            <a:endParaRPr sz="800">
              <a:solidFill>
                <a:srgbClr val="CC4125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1_1">
  <p:cSld name="TITLE_AND_BODY_1_1"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91" name="Google Shape;91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92" name="Google Shape;92;p2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5">
  <p:cSld name="BLANK_7"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2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2 + Body 1">
  <p:cSld name="TITLE_ONLY_2"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3"/>
          <p:cNvSpPr txBox="1"/>
          <p:nvPr>
            <p:ph type="title"/>
          </p:nvPr>
        </p:nvSpPr>
        <p:spPr>
          <a:xfrm>
            <a:off x="951600" y="216050"/>
            <a:ext cx="5427900" cy="60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Font typeface="DM Sans"/>
              <a:buNone/>
              <a:defRPr sz="28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97" name="Google Shape;97;p23"/>
          <p:cNvSpPr txBox="1"/>
          <p:nvPr>
            <p:ph idx="1" type="body"/>
          </p:nvPr>
        </p:nvSpPr>
        <p:spPr>
          <a:xfrm>
            <a:off x="951600" y="1622375"/>
            <a:ext cx="5236800" cy="248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98" name="Google Shape;98;p23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2 + Body 5">
  <p:cSld name="TITLE_ONLY_6"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24"/>
          <p:cNvSpPr txBox="1"/>
          <p:nvPr>
            <p:ph type="title"/>
          </p:nvPr>
        </p:nvSpPr>
        <p:spPr>
          <a:xfrm>
            <a:off x="1389950" y="1014275"/>
            <a:ext cx="5427900" cy="608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DM Sans"/>
              <a:buNone/>
              <a:defRPr b="0" i="0" sz="24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01" name="Google Shape;101;p24"/>
          <p:cNvSpPr txBox="1"/>
          <p:nvPr>
            <p:ph idx="1" type="body"/>
          </p:nvPr>
        </p:nvSpPr>
        <p:spPr>
          <a:xfrm>
            <a:off x="1389950" y="1622375"/>
            <a:ext cx="5236800" cy="24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DM Sans"/>
              <a:buChar char="–"/>
              <a:defRPr b="0" i="0" sz="12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02" name="Google Shape;102;p24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4"/>
          <p:cNvSpPr txBox="1"/>
          <p:nvPr>
            <p:ph idx="12" type="sldNum"/>
          </p:nvPr>
        </p:nvSpPr>
        <p:spPr>
          <a:xfrm>
            <a:off x="8556784" y="4749851"/>
            <a:ext cx="548700" cy="393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>
              <a:buNone/>
              <a:defRPr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1 + Body 1">
  <p:cSld name="TITLE_AND_TWO_COLUMNS_2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5"/>
          <p:cNvSpPr txBox="1"/>
          <p:nvPr>
            <p:ph type="title"/>
          </p:nvPr>
        </p:nvSpPr>
        <p:spPr>
          <a:xfrm>
            <a:off x="1367000" y="953975"/>
            <a:ext cx="5934600" cy="98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06" name="Google Shape;106;p25"/>
          <p:cNvSpPr txBox="1"/>
          <p:nvPr>
            <p:ph idx="1" type="body"/>
          </p:nvPr>
        </p:nvSpPr>
        <p:spPr>
          <a:xfrm>
            <a:off x="1389950" y="1940775"/>
            <a:ext cx="5251800" cy="202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07" name="Google Shape;107;p25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1_4 1">
  <p:cSld name="TITLE_AND_BODY_1_4_1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2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0" name="Google Shape;110;p2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11" name="Google Shape;111;p2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12" name="Google Shape;112;p26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2 + Body 3 1">
  <p:cSld name="TITLE_ONLY_7"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27"/>
          <p:cNvSpPr txBox="1"/>
          <p:nvPr>
            <p:ph type="title"/>
          </p:nvPr>
        </p:nvSpPr>
        <p:spPr>
          <a:xfrm>
            <a:off x="1389950" y="1014275"/>
            <a:ext cx="5427900" cy="60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15" name="Google Shape;115;p27"/>
          <p:cNvSpPr txBox="1"/>
          <p:nvPr>
            <p:ph idx="1" type="body"/>
          </p:nvPr>
        </p:nvSpPr>
        <p:spPr>
          <a:xfrm>
            <a:off x="1389950" y="1622375"/>
            <a:ext cx="5236800" cy="248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16" name="Google Shape;116;p27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AND_BODY_1_4_2">
  <p:cSld name="TITLE_AND_BODY_1_4_2"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19" name="Google Shape;119;p2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20" name="Google Shape;120;p2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121" name="Google Shape;121;p28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8"/>
          <p:cNvSpPr txBox="1"/>
          <p:nvPr/>
        </p:nvSpPr>
        <p:spPr>
          <a:xfrm>
            <a:off x="91750" y="4908900"/>
            <a:ext cx="2673600" cy="113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rgbClr val="FF3300"/>
                </a:solidFill>
                <a:latin typeface="DM Sans"/>
                <a:ea typeface="DM Sans"/>
                <a:cs typeface="DM Sans"/>
                <a:sym typeface="DM Sans"/>
              </a:rPr>
              <a:t>Lightmatter Proprietary and Confidential</a:t>
            </a:r>
            <a:endParaRPr sz="800">
              <a:solidFill>
                <a:srgbClr val="FF3300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1 + Body 2">
  <p:cSld name="TITLE_AND_TWO_COLUMNS_3"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9"/>
          <p:cNvSpPr txBox="1"/>
          <p:nvPr>
            <p:ph type="title"/>
          </p:nvPr>
        </p:nvSpPr>
        <p:spPr>
          <a:xfrm>
            <a:off x="1367000" y="953975"/>
            <a:ext cx="5934600" cy="98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Font typeface="DM Sans"/>
              <a:buNone/>
              <a:defRPr sz="48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25" name="Google Shape;125;p29"/>
          <p:cNvSpPr txBox="1"/>
          <p:nvPr>
            <p:ph idx="1" type="body"/>
          </p:nvPr>
        </p:nvSpPr>
        <p:spPr>
          <a:xfrm>
            <a:off x="1389950" y="1940775"/>
            <a:ext cx="5251800" cy="202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Font typeface="DM Sans"/>
              <a:buChar char="–"/>
              <a:defRPr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26" name="Google Shape;126;p29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2 + Body 16">
  <p:cSld name="TITLE_ONLY_26"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30"/>
          <p:cNvSpPr txBox="1"/>
          <p:nvPr>
            <p:ph type="title"/>
          </p:nvPr>
        </p:nvSpPr>
        <p:spPr>
          <a:xfrm>
            <a:off x="1389950" y="1014275"/>
            <a:ext cx="5427900" cy="60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29" name="Google Shape;129;p30"/>
          <p:cNvSpPr txBox="1"/>
          <p:nvPr>
            <p:ph idx="1" type="body"/>
          </p:nvPr>
        </p:nvSpPr>
        <p:spPr>
          <a:xfrm>
            <a:off x="1389950" y="1622375"/>
            <a:ext cx="5236800" cy="248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30" name="Google Shape;130;p30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Body Only 1">
  <p:cSld name="BLANK_8"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31"/>
          <p:cNvSpPr txBox="1"/>
          <p:nvPr>
            <p:ph type="title"/>
          </p:nvPr>
        </p:nvSpPr>
        <p:spPr>
          <a:xfrm>
            <a:off x="1389950" y="976365"/>
            <a:ext cx="6031200" cy="26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33" name="Google Shape;133;p31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7">
  <p:cSld name="OBJECT_8"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32"/>
          <p:cNvSpPr txBox="1"/>
          <p:nvPr>
            <p:ph idx="11" type="ftr"/>
          </p:nvPr>
        </p:nvSpPr>
        <p:spPr>
          <a:xfrm>
            <a:off x="3108960" y="4783455"/>
            <a:ext cx="29262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sp>
        <p:nvSpPr>
          <p:cNvPr id="136" name="Google Shape;136;p32"/>
          <p:cNvSpPr txBox="1"/>
          <p:nvPr>
            <p:ph idx="10" type="dt"/>
          </p:nvPr>
        </p:nvSpPr>
        <p:spPr>
          <a:xfrm>
            <a:off x="45720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>
                <a:solidFill>
                  <a:srgbClr val="888888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00"/>
              <a:buNone/>
              <a:defRPr/>
            </a:lvl9pPr>
          </a:lstStyle>
          <a:p/>
        </p:txBody>
      </p:sp>
      <p:sp>
        <p:nvSpPr>
          <p:cNvPr id="137" name="Google Shape;137;p32"/>
          <p:cNvSpPr txBox="1"/>
          <p:nvPr>
            <p:ph idx="12" type="sldNum"/>
          </p:nvPr>
        </p:nvSpPr>
        <p:spPr>
          <a:xfrm>
            <a:off x="6583680" y="4783455"/>
            <a:ext cx="21030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b="0" i="0" sz="800" u="none" cap="none" strike="noStrik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Headline 2 + Body 2">
  <p:cSld name="TITLE_ONLY_27"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33"/>
          <p:cNvSpPr txBox="1"/>
          <p:nvPr>
            <p:ph type="title"/>
          </p:nvPr>
        </p:nvSpPr>
        <p:spPr>
          <a:xfrm>
            <a:off x="1389950" y="1014275"/>
            <a:ext cx="5427900" cy="60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DM Sans"/>
              <a:buNone/>
              <a:defRPr sz="24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40" name="Google Shape;140;p33"/>
          <p:cNvSpPr txBox="1"/>
          <p:nvPr>
            <p:ph idx="1" type="body"/>
          </p:nvPr>
        </p:nvSpPr>
        <p:spPr>
          <a:xfrm>
            <a:off x="1389950" y="1622375"/>
            <a:ext cx="5236800" cy="2487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Font typeface="DM Sans"/>
              <a:buChar char="–"/>
              <a:defRPr sz="12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41" name="Google Shape;141;p33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ontent slide | watercolor top">
  <p:cSld name="4_content slide | watercolor top"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34"/>
          <p:cNvSpPr txBox="1"/>
          <p:nvPr>
            <p:ph type="title"/>
          </p:nvPr>
        </p:nvSpPr>
        <p:spPr>
          <a:xfrm>
            <a:off x="628650" y="156581"/>
            <a:ext cx="7886700" cy="70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Libre Franklin"/>
              <a:buNone/>
              <a:defRPr b="0" i="0" sz="3200">
                <a:solidFill>
                  <a:schemeClr val="dk1"/>
                </a:solidFill>
                <a:latin typeface="Libre Franklin Medium"/>
                <a:ea typeface="Libre Franklin Medium"/>
                <a:cs typeface="Libre Franklin Medium"/>
                <a:sym typeface="Libre Franklin Medium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4" name="Google Shape;144;p34"/>
          <p:cNvSpPr txBox="1"/>
          <p:nvPr>
            <p:ph idx="1" type="body"/>
          </p:nvPr>
        </p:nvSpPr>
        <p:spPr>
          <a:xfrm>
            <a:off x="628650" y="1202031"/>
            <a:ext cx="7886700" cy="2739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SzPts val="1800"/>
              <a:buChar char="•"/>
              <a:defRPr b="0" i="0"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1pPr>
            <a:lvl2pPr indent="-342900" lvl="1" marL="914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⎻"/>
              <a:defRPr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2pPr>
            <a:lvl3pPr indent="-32385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•"/>
              <a:defRPr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3pPr>
            <a:lvl4pPr indent="-3175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⎻"/>
              <a:defRPr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4pPr>
            <a:lvl5pPr indent="-2921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Char char="o"/>
              <a:defRPr>
                <a:solidFill>
                  <a:schemeClr val="dk1"/>
                </a:solidFill>
                <a:latin typeface="Libre Franklin"/>
                <a:ea typeface="Libre Franklin"/>
                <a:cs typeface="Libre Franklin"/>
                <a:sym typeface="Libre Franklin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45" name="Google Shape;145;p34"/>
          <p:cNvSpPr/>
          <p:nvPr/>
        </p:nvSpPr>
        <p:spPr>
          <a:xfrm>
            <a:off x="6225301" y="4733926"/>
            <a:ext cx="2363700" cy="253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50" spcFirstLastPara="1" rIns="68550" wrap="square" tIns="34275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1200" u="none" cap="none" strike="noStrike">
                <a:solidFill>
                  <a:schemeClr val="lt1"/>
                </a:solidFill>
                <a:latin typeface="Libre Franklin"/>
                <a:ea typeface="Libre Franklin"/>
                <a:cs typeface="Libre Franklin"/>
                <a:sym typeface="Libre Franklin"/>
              </a:rPr>
              <a:t>Connect. Collaborate. Accelerate.</a:t>
            </a:r>
            <a:endParaRPr b="0" i="0" sz="1200" u="none" cap="none" strike="noStrike">
              <a:solidFill>
                <a:schemeClr val="lt1"/>
              </a:solidFill>
              <a:latin typeface="Libre Franklin"/>
              <a:ea typeface="Libre Franklin"/>
              <a:cs typeface="Libre Franklin"/>
              <a:sym typeface="Libre Franklin"/>
            </a:endParaRPr>
          </a:p>
        </p:txBody>
      </p:sp>
      <p:pic>
        <p:nvPicPr>
          <p:cNvPr id="146" name="Google Shape;146;p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0358" y="4847100"/>
            <a:ext cx="637259" cy="2590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Title and Content"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35"/>
          <p:cNvSpPr txBox="1"/>
          <p:nvPr>
            <p:ph type="title"/>
          </p:nvPr>
        </p:nvSpPr>
        <p:spPr>
          <a:xfrm>
            <a:off x="628650" y="1422797"/>
            <a:ext cx="78867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22850" spcFirstLastPara="1" rIns="22850" wrap="square" tIns="2285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1pPr>
            <a:lvl2pPr lvl="1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2pPr>
            <a:lvl3pPr lvl="2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3pPr>
            <a:lvl4pPr lvl="3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4pPr>
            <a:lvl5pPr lvl="4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5pPr>
            <a:lvl6pPr lvl="5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6pPr>
            <a:lvl7pPr lvl="6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7pPr>
            <a:lvl8pPr lvl="7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8pPr>
            <a:lvl9pPr lvl="8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700"/>
              <a:buNone/>
              <a:defRPr/>
            </a:lvl9pPr>
          </a:lstStyle>
          <a:p/>
        </p:txBody>
      </p:sp>
      <p:sp>
        <p:nvSpPr>
          <p:cNvPr id="149" name="Google Shape;149;p35"/>
          <p:cNvSpPr txBox="1"/>
          <p:nvPr>
            <p:ph idx="1" type="body"/>
          </p:nvPr>
        </p:nvSpPr>
        <p:spPr>
          <a:xfrm>
            <a:off x="628650" y="1970484"/>
            <a:ext cx="7886700" cy="16317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22850" spcFirstLastPara="1" rIns="22850" wrap="square" tIns="22850">
            <a:normAutofit/>
          </a:bodyPr>
          <a:lstStyle>
            <a:lvl1pPr indent="-273050" lvl="0" marL="457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●"/>
              <a:defRPr/>
            </a:lvl1pPr>
            <a:lvl2pPr indent="-273050" lvl="1" marL="9144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○"/>
              <a:defRPr/>
            </a:lvl2pPr>
            <a:lvl3pPr indent="-273050" lvl="2" marL="1371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■"/>
              <a:defRPr/>
            </a:lvl3pPr>
            <a:lvl4pPr indent="-273050" lvl="3" marL="18288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●"/>
              <a:defRPr/>
            </a:lvl4pPr>
            <a:lvl5pPr indent="-273050" lvl="4" marL="22860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○"/>
              <a:defRPr/>
            </a:lvl5pPr>
            <a:lvl6pPr indent="-273050" lvl="5" marL="27432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■"/>
              <a:defRPr/>
            </a:lvl6pPr>
            <a:lvl7pPr indent="-273050" lvl="6" marL="32004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●"/>
              <a:defRPr/>
            </a:lvl7pPr>
            <a:lvl8pPr indent="-273050" lvl="7" marL="36576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○"/>
              <a:defRPr/>
            </a:lvl8pPr>
            <a:lvl9pPr indent="-273050" lvl="8" marL="4114800" algn="l">
              <a:lnSpc>
                <a:spcPct val="90000"/>
              </a:lnSpc>
              <a:spcBef>
                <a:spcPts val="700"/>
              </a:spcBef>
              <a:spcAft>
                <a:spcPts val="0"/>
              </a:spcAft>
              <a:buClr>
                <a:srgbClr val="FFFFFF"/>
              </a:buClr>
              <a:buSzPts val="700"/>
              <a:buChar char="■"/>
              <a:defRPr/>
            </a:lvl9pPr>
          </a:lstStyle>
          <a:p/>
        </p:txBody>
      </p:sp>
      <p:sp>
        <p:nvSpPr>
          <p:cNvPr id="150" name="Google Shape;150;p35"/>
          <p:cNvSpPr txBox="1"/>
          <p:nvPr>
            <p:ph idx="12" type="sldNum"/>
          </p:nvPr>
        </p:nvSpPr>
        <p:spPr>
          <a:xfrm>
            <a:off x="8336166" y="3659005"/>
            <a:ext cx="17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22850" spcFirstLastPara="1" rIns="22850" wrap="square" tIns="2285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2">
  <p:cSld name="TITLE_AND_BODY_2">
    <p:spTree>
      <p:nvGrpSpPr>
        <p:cNvPr id="15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p36"/>
          <p:cNvSpPr txBox="1"/>
          <p:nvPr>
            <p:ph idx="12" type="sldNum"/>
          </p:nvPr>
        </p:nvSpPr>
        <p:spPr>
          <a:xfrm>
            <a:off x="8336166" y="3659005"/>
            <a:ext cx="17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22850" spcFirstLastPara="1" rIns="22850" wrap="square" tIns="2285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TITLE_AND_BODY_3">
    <p:bg>
      <p:bgPr>
        <a:solidFill>
          <a:srgbClr val="000000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38"/>
          <p:cNvSpPr txBox="1"/>
          <p:nvPr>
            <p:ph type="title"/>
          </p:nvPr>
        </p:nvSpPr>
        <p:spPr>
          <a:xfrm>
            <a:off x="1367000" y="953975"/>
            <a:ext cx="5487300" cy="2548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DM Sans"/>
              <a:buNone/>
              <a:defRPr b="0" i="0" sz="4800" u="none" cap="none" strike="noStrike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sp>
        <p:nvSpPr>
          <p:cNvPr id="156" name="Google Shape;156;p38"/>
          <p:cNvSpPr txBox="1"/>
          <p:nvPr/>
        </p:nvSpPr>
        <p:spPr>
          <a:xfrm>
            <a:off x="7822925" y="137142"/>
            <a:ext cx="1138200" cy="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DM Sans"/>
                <a:ea typeface="DM Sans"/>
                <a:cs typeface="DM Sans"/>
                <a:sym typeface="DM Sans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pic>
        <p:nvPicPr>
          <p:cNvPr id="157" name="Google Shape;157;p38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6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Body Only 2">
  <p:cSld name="BLANK_9"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39"/>
          <p:cNvSpPr txBox="1"/>
          <p:nvPr>
            <p:ph type="title"/>
          </p:nvPr>
        </p:nvSpPr>
        <p:spPr>
          <a:xfrm>
            <a:off x="1389950" y="976365"/>
            <a:ext cx="6031200" cy="265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Font typeface="DM Sans"/>
              <a:buNone/>
              <a:defRPr sz="3000">
                <a:latin typeface="DM Sans"/>
                <a:ea typeface="DM Sans"/>
                <a:cs typeface="DM Sans"/>
                <a:sym typeface="DM Sans"/>
              </a:defRPr>
            </a:lvl9pPr>
          </a:lstStyle>
          <a:p/>
        </p:txBody>
      </p:sp>
      <p:pic>
        <p:nvPicPr>
          <p:cNvPr id="160" name="Google Shape;160;p39"/>
          <p:cNvPicPr preferRelativeResize="0"/>
          <p:nvPr/>
        </p:nvPicPr>
        <p:blipFill rotWithShape="1">
          <a:blip r:embed="rId2">
            <a:alphaModFix/>
          </a:blip>
          <a:srcRect b="0" l="0" r="10" t="0"/>
          <a:stretch/>
        </p:blipFill>
        <p:spPr>
          <a:xfrm>
            <a:off x="182875" y="149150"/>
            <a:ext cx="602325" cy="66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3">
  <p:cSld name="TITLE_AND_BODY_4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40"/>
          <p:cNvSpPr txBox="1"/>
          <p:nvPr>
            <p:ph idx="12" type="sldNum"/>
          </p:nvPr>
        </p:nvSpPr>
        <p:spPr>
          <a:xfrm>
            <a:off x="8336166" y="3659005"/>
            <a:ext cx="179100" cy="18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22850" lIns="22850" spcFirstLastPara="1" rIns="22850" wrap="square" tIns="22850">
            <a:sp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900"/>
              <a:buFont typeface="Arial"/>
              <a:buNone/>
              <a:defRPr sz="900"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 sz="100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slideLayout" Target="../slideLayouts/slideLayout35.xml"/><Relationship Id="rId36" Type="http://schemas.openxmlformats.org/officeDocument/2006/relationships/slideLayout" Target="../slideLayouts/slideLayout36.xml"/><Relationship Id="rId37" Type="http://schemas.openxmlformats.org/officeDocument/2006/relationships/slideLayout" Target="../slideLayouts/slideLayout37.xml"/><Relationship Id="rId38" Type="http://schemas.openxmlformats.org/officeDocument/2006/relationships/slideLayout" Target="../slideLayouts/slideLayout38.xml"/><Relationship Id="rId39" Type="http://schemas.openxmlformats.org/officeDocument/2006/relationships/slideLayout" Target="../slideLayouts/slideLayout39.xml"/><Relationship Id="rId40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  <p:sldLayoutId id="2147483681" r:id="rId34"/>
    <p:sldLayoutId id="2147483682" r:id="rId35"/>
    <p:sldLayoutId id="2147483683" r:id="rId36"/>
    <p:sldLayoutId id="2147483684" r:id="rId37"/>
    <p:sldLayoutId id="2147483685" r:id="rId38"/>
    <p:sldLayoutId id="2147483686" r:id="rId3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41"/>
          <p:cNvSpPr txBox="1"/>
          <p:nvPr/>
        </p:nvSpPr>
        <p:spPr>
          <a:xfrm>
            <a:off x="411480" y="338328"/>
            <a:ext cx="8229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260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Typography</a:t>
            </a:r>
            <a:endParaRPr sz="2600"/>
          </a:p>
        </p:txBody>
      </p:sp>
      <p:sp>
        <p:nvSpPr>
          <p:cNvPr id="168" name="Google Shape;168;p41"/>
          <p:cNvSpPr txBox="1"/>
          <p:nvPr/>
        </p:nvSpPr>
        <p:spPr>
          <a:xfrm>
            <a:off x="411480" y="851795"/>
            <a:ext cx="8229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One typeface — </a:t>
            </a:r>
            <a:r>
              <a:rPr b="0" lang="en" sz="140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DM Sans</a:t>
            </a:r>
            <a:r>
              <a:rPr b="0" lang="en" sz="1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  Two weights — </a:t>
            </a:r>
            <a:r>
              <a:rPr b="0" lang="en" sz="140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Regular</a:t>
            </a:r>
            <a:r>
              <a:rPr b="0" lang="en" sz="1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and </a:t>
            </a:r>
            <a:r>
              <a:rPr b="0" lang="en" sz="140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Medium</a:t>
            </a:r>
            <a:r>
              <a:rPr b="0" lang="en" sz="14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.</a:t>
            </a:r>
            <a:endParaRPr/>
          </a:p>
        </p:txBody>
      </p:sp>
      <p:sp>
        <p:nvSpPr>
          <p:cNvPr id="169" name="Google Shape;169;p41"/>
          <p:cNvSpPr/>
          <p:nvPr/>
        </p:nvSpPr>
        <p:spPr>
          <a:xfrm>
            <a:off x="411475" y="1431755"/>
            <a:ext cx="3886200" cy="13674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41"/>
          <p:cNvSpPr txBox="1"/>
          <p:nvPr/>
        </p:nvSpPr>
        <p:spPr>
          <a:xfrm>
            <a:off x="685800" y="1596350"/>
            <a:ext cx="3383400" cy="99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8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Aa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DM Sans Regular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Body copy, labels, captions</a:t>
            </a:r>
            <a:endParaRPr/>
          </a:p>
        </p:txBody>
      </p:sp>
      <p:sp>
        <p:nvSpPr>
          <p:cNvPr id="171" name="Google Shape;171;p41"/>
          <p:cNvSpPr/>
          <p:nvPr/>
        </p:nvSpPr>
        <p:spPr>
          <a:xfrm>
            <a:off x="4526275" y="1431755"/>
            <a:ext cx="4206300" cy="1367400"/>
          </a:xfrm>
          <a:prstGeom prst="rect">
            <a:avLst/>
          </a:prstGeom>
          <a:solidFill>
            <a:srgbClr val="F5F6F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41"/>
          <p:cNvSpPr txBox="1"/>
          <p:nvPr/>
        </p:nvSpPr>
        <p:spPr>
          <a:xfrm>
            <a:off x="4800600" y="1596350"/>
            <a:ext cx="3657600" cy="990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380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Aa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0" lang="en" sz="1300">
                <a:solidFill>
                  <a:srgbClr val="0000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DM Sans Medium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" sz="10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Headings </a:t>
            </a:r>
            <a:r>
              <a:rPr lang="en" sz="1000">
                <a:latin typeface="DM Sans"/>
                <a:ea typeface="DM Sans"/>
                <a:cs typeface="DM Sans"/>
                <a:sym typeface="DM Sans"/>
              </a:rPr>
              <a:t>and</a:t>
            </a:r>
            <a:r>
              <a:rPr b="0" lang="en" sz="10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 emphasis</a:t>
            </a:r>
            <a:endParaRPr/>
          </a:p>
        </p:txBody>
      </p:sp>
      <p:sp>
        <p:nvSpPr>
          <p:cNvPr id="173" name="Google Shape;173;p41"/>
          <p:cNvSpPr txBox="1"/>
          <p:nvPr/>
        </p:nvSpPr>
        <p:spPr>
          <a:xfrm>
            <a:off x="411480" y="3227832"/>
            <a:ext cx="3886200" cy="143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00B8B8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Do</a:t>
            </a:r>
            <a:endParaRPr/>
          </a:p>
          <a:p>
            <a:pPr indent="-298450" lvl="0" marL="457200" marR="0" rtl="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 s</a:t>
            </a:r>
            <a:r>
              <a:rPr b="0" lang="en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et everything in DM Sans</a:t>
            </a:r>
            <a:endParaRPr/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 u</a:t>
            </a:r>
            <a:r>
              <a:rPr b="0" lang="en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 black (#000000) for default text</a:t>
            </a:r>
            <a:endParaRPr/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 u</a:t>
            </a:r>
            <a:r>
              <a:rPr b="0" lang="en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 Medium to emphasize</a:t>
            </a:r>
            <a:endParaRPr/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 set text in R</a:t>
            </a:r>
            <a:r>
              <a:rPr b="0" lang="en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egular + Medium only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 use sentence and title case</a:t>
            </a:r>
            <a:endParaRPr sz="11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4" name="Google Shape;174;p41"/>
          <p:cNvSpPr txBox="1"/>
          <p:nvPr/>
        </p:nvSpPr>
        <p:spPr>
          <a:xfrm>
            <a:off x="4526280" y="3227832"/>
            <a:ext cx="4206300" cy="118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CC2800"/>
                </a:solidFill>
                <a:latin typeface="DM Sans Medium"/>
                <a:ea typeface="DM Sans Medium"/>
                <a:cs typeface="DM Sans Medium"/>
                <a:sym typeface="DM Sans Medium"/>
              </a:rPr>
              <a:t>Don’t</a:t>
            </a:r>
            <a:endParaRPr>
              <a:solidFill>
                <a:srgbClr val="CC2800"/>
              </a:solidFill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5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Don’t u</a:t>
            </a:r>
            <a:r>
              <a:rPr b="0" lang="en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 Arial, Calibri or other fonts</a:t>
            </a:r>
            <a:endParaRPr/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Don’t a</a:t>
            </a:r>
            <a:r>
              <a:rPr b="0" lang="en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pply bold (synthetic) to DM Sans</a:t>
            </a:r>
            <a:endParaRPr/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Don’t u</a:t>
            </a:r>
            <a:r>
              <a:rPr b="0" lang="en" sz="1100">
                <a:solidFill>
                  <a:srgbClr val="000000"/>
                </a:solidFill>
                <a:latin typeface="DM Sans"/>
                <a:ea typeface="DM Sans"/>
                <a:cs typeface="DM Sans"/>
                <a:sym typeface="DM Sans"/>
              </a:rPr>
              <a:t>se SemiBold, Bold or Light weights</a:t>
            </a:r>
            <a:endParaRPr b="0" sz="1100">
              <a:solidFill>
                <a:srgbClr val="000000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98450" lvl="0" marL="45720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Font typeface="DM Sans"/>
              <a:buChar char="•"/>
            </a:pPr>
            <a:r>
              <a:rPr lang="en" sz="1100">
                <a:latin typeface="DM Sans"/>
                <a:ea typeface="DM Sans"/>
                <a:cs typeface="DM Sans"/>
                <a:sym typeface="DM Sans"/>
              </a:rPr>
              <a:t>Don’t use all caps when possible</a:t>
            </a:r>
            <a:endParaRPr sz="1100"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75" name="Google Shape;175;p41"/>
          <p:cNvSpPr/>
          <p:nvPr/>
        </p:nvSpPr>
        <p:spPr>
          <a:xfrm>
            <a:off x="0" y="0"/>
            <a:ext cx="9144000" cy="573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42"/>
          <p:cNvSpPr/>
          <p:nvPr/>
        </p:nvSpPr>
        <p:spPr>
          <a:xfrm>
            <a:off x="0" y="0"/>
            <a:ext cx="9144000" cy="57300"/>
          </a:xfrm>
          <a:prstGeom prst="rect">
            <a:avLst/>
          </a:prstGeom>
          <a:solidFill>
            <a:srgbClr val="FF33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81" name="Google Shape;181;p42"/>
          <p:cNvGraphicFramePr/>
          <p:nvPr/>
        </p:nvGraphicFramePr>
        <p:xfrm>
          <a:off x="432782" y="129451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{270DC812-CC40-4617-88DF-4B8D3C7F15CF}</a:tableStyleId>
              </a:tblPr>
              <a:tblGrid>
                <a:gridCol w="689975"/>
                <a:gridCol w="698600"/>
                <a:gridCol w="698600"/>
                <a:gridCol w="698600"/>
                <a:gridCol w="698600"/>
                <a:gridCol w="698600"/>
                <a:gridCol w="698600"/>
                <a:gridCol w="698600"/>
              </a:tblGrid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Brand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#FF3300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33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#FFFFFF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2E31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#00E7E7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E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#0033FF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33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#7300FF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7300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#FF00DB</a:t>
                      </a:r>
                      <a:endParaRPr sz="800"/>
                    </a:p>
                  </a:txBody>
                  <a:tcPr marT="12700" marB="12700" marR="38100" marL="38100" anchor="ctr"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solidFill>
                      <a:srgbClr val="FF00D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#000000</a:t>
                      </a:r>
                      <a:endParaRPr sz="800" u="none" cap="none" strike="noStrike">
                        <a:solidFill>
                          <a:schemeClr val="dk1"/>
                        </a:solidFill>
                        <a:latin typeface="Calibri"/>
                        <a:ea typeface="Calibri"/>
                        <a:cs typeface="Calibri"/>
                        <a:sym typeface="Calibri"/>
                      </a:endParaRPr>
                    </a:p>
                  </a:txBody>
                  <a:tcPr marT="12700" marB="12700" marR="38100" marL="38100" anchor="ctr">
                    <a:lnL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000000"/>
                    </a:solidFill>
                  </a:tcPr>
                </a:tc>
              </a:tr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Reds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#FFD6CC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D6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#FFAD99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AD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2E31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#FF704C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704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#FF3300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33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#CC2800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CC28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#991E00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991E0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#661400</a:t>
                      </a:r>
                      <a:endParaRPr sz="800"/>
                    </a:p>
                  </a:txBody>
                  <a:tcPr marT="12700" marB="12700" marR="38100" marL="38100" anchor="ctr">
                    <a:lnT cap="flat" cmpd="sng" w="12700">
                      <a:solidFill>
                        <a:schemeClr val="lt1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solidFill>
                      <a:srgbClr val="661400"/>
                    </a:solidFill>
                  </a:tcPr>
                </a:tc>
              </a:tr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Blues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#CCD6FF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CCD6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#99ADFF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99AD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#4C70FF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4C70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#0033FF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33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#0028CC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28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#001E99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1E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#001466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1466"/>
                    </a:solidFill>
                  </a:tcPr>
                </a:tc>
              </a:tr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Magenta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#FFCCF7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CCF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#FF99F0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99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#FF4CE5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4CE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#FF00DB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F00D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#CC00AF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CC00A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#990083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99008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#660057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660057"/>
                    </a:solidFill>
                  </a:tcPr>
                </a:tc>
              </a:tr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Cyan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#CCFAFA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CCFA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#99F5F5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99F5F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2E31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#4CEEEE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4CEE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#00E7E7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E7E7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#00B8B8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B8B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#008A8A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8A8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#005C5C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005C5C"/>
                    </a:solidFill>
                  </a:tcPr>
                </a:tc>
              </a:tr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Purples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#E3CCFF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E3CC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#C799FF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C799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#9D4CFF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9D4C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#7300FF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7300F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#5C00CC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5C00C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#450099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45009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#2E0066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2E0066"/>
                    </a:solidFill>
                  </a:tcPr>
                </a:tc>
              </a:tr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Greys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#F9F9F9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#EEEEEE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EEEEE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#D4D4D4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D4D4D4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#BBBBBB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BBBBB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#757575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757575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#333333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333333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#111111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111111"/>
                    </a:solidFill>
                  </a:tcPr>
                </a:tc>
              </a:tr>
              <a:tr h="29452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Cool</a:t>
                      </a:r>
                      <a:endParaRPr sz="800">
                        <a:latin typeface="DM Sans"/>
                        <a:ea typeface="DM Sans"/>
                        <a:cs typeface="DM Sans"/>
                        <a:sym typeface="DM Sans"/>
                      </a:endParaRPr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#F5F6FA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#E6E8F0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E6E8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#C6CAD8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C6CAD8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#A8ADC2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A8ADC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#696D7E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696D7E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#2E313D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2E313D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" sz="800" u="none" cap="none" strike="noStrike">
                          <a:solidFill>
                            <a:srgbClr val="FFFFFF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#15161B</a:t>
                      </a:r>
                      <a:endParaRPr sz="800"/>
                    </a:p>
                  </a:txBody>
                  <a:tcPr marT="12700" marB="12700" marR="38100" marL="38100" anchor="ctr">
                    <a:solidFill>
                      <a:srgbClr val="15161B"/>
                    </a:solidFill>
                  </a:tcPr>
                </a:tc>
              </a:tr>
            </a:tbl>
          </a:graphicData>
        </a:graphic>
      </p:graphicFrame>
      <p:sp>
        <p:nvSpPr>
          <p:cNvPr id="182" name="Google Shape;182;p42"/>
          <p:cNvSpPr txBox="1"/>
          <p:nvPr/>
        </p:nvSpPr>
        <p:spPr>
          <a:xfrm>
            <a:off x="432775" y="3903787"/>
            <a:ext cx="5603700" cy="868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-285750" lvl="0" marL="45720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"/>
              <a:buChar char="•"/>
            </a:pPr>
            <a:r>
              <a:rPr lang="en" sz="9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Brand red is #FF3300. Don't use #F20000, #FF0000, or other near reds.</a:t>
            </a:r>
            <a:endParaRPr sz="9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85750" lvl="0" marL="45720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"/>
              <a:buChar char="•"/>
            </a:pPr>
            <a:r>
              <a:rPr lang="en" sz="9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Greys are for graphics, lines, and fills. Use the Cool ramp when you want a blue grey tint.</a:t>
            </a:r>
            <a:endParaRPr sz="9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85750" lvl="0" marL="457200" rtl="0" algn="l">
              <a:lnSpc>
                <a:spcPct val="120000"/>
              </a:lnSpc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900"/>
              <a:buFont typeface="DM Sans"/>
              <a:buChar char="•"/>
            </a:pPr>
            <a:r>
              <a:rPr lang="en" sz="9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For charts, give each series its own color family.</a:t>
            </a:r>
            <a:endParaRPr sz="9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  <a:p>
            <a:pPr indent="-285750" lvl="0" marL="457200" rtl="0" algn="l">
              <a:lnSpc>
                <a:spcPct val="120000"/>
              </a:lnSpc>
              <a:spcBef>
                <a:spcPts val="600"/>
              </a:spcBef>
              <a:spcAft>
                <a:spcPts val="600"/>
              </a:spcAft>
              <a:buClr>
                <a:schemeClr val="dk1"/>
              </a:buClr>
              <a:buSzPts val="900"/>
              <a:buFont typeface="DM Sans"/>
              <a:buChar char="•"/>
            </a:pPr>
            <a:r>
              <a:rPr lang="en" sz="900">
                <a:solidFill>
                  <a:schemeClr val="dk1"/>
                </a:solidFill>
                <a:latin typeface="DM Sans"/>
                <a:ea typeface="DM Sans"/>
                <a:cs typeface="DM Sans"/>
                <a:sym typeface="DM Sans"/>
              </a:rPr>
              <a:t>Use teal for a positive cue, and dark red or cyan for a highlight.</a:t>
            </a:r>
            <a:endParaRPr sz="900">
              <a:solidFill>
                <a:schemeClr val="dk1"/>
              </a:solidFill>
              <a:latin typeface="DM Sans"/>
              <a:ea typeface="DM Sans"/>
              <a:cs typeface="DM Sans"/>
              <a:sym typeface="DM Sans"/>
            </a:endParaRPr>
          </a:p>
        </p:txBody>
      </p:sp>
      <p:sp>
        <p:nvSpPr>
          <p:cNvPr id="183" name="Google Shape;183;p42"/>
          <p:cNvSpPr txBox="1"/>
          <p:nvPr/>
        </p:nvSpPr>
        <p:spPr>
          <a:xfrm>
            <a:off x="411480" y="338328"/>
            <a:ext cx="82296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sz="2600">
                <a:latin typeface="DM Sans Medium"/>
                <a:ea typeface="DM Sans Medium"/>
                <a:cs typeface="DM Sans Medium"/>
                <a:sym typeface="DM Sans Medium"/>
              </a:rPr>
              <a:t>Color</a:t>
            </a:r>
            <a:endParaRPr sz="2600">
              <a:latin typeface="DM Sans Medium"/>
              <a:ea typeface="DM Sans Medium"/>
              <a:cs typeface="DM Sans Medium"/>
              <a:sym typeface="DM Sans Medium"/>
            </a:endParaRPr>
          </a:p>
        </p:txBody>
      </p:sp>
      <p:sp>
        <p:nvSpPr>
          <p:cNvPr id="184" name="Google Shape;184;p42"/>
          <p:cNvSpPr txBox="1"/>
          <p:nvPr/>
        </p:nvSpPr>
        <p:spPr>
          <a:xfrm>
            <a:off x="411480" y="851795"/>
            <a:ext cx="8229600" cy="21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latin typeface="DM Sans"/>
                <a:ea typeface="DM Sans"/>
                <a:cs typeface="DM Sans"/>
                <a:sym typeface="DM Sans"/>
              </a:rPr>
              <a:t>Use this palette. Copy the table to your slide to sample if needed.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